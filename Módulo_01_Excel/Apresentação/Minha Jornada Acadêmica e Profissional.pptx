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20B0604020202020204" charset="0"/>
      <p:regular r:id="rId20"/>
      <p:bold r:id="rId21"/>
      <p:italic r:id="rId22"/>
      <p:boldItalic r:id="rId23"/>
    </p:embeddedFont>
    <p:embeddedFont>
      <p:font typeface="Open Sans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E714FF-4F03-48D2-B630-C8210E4945C7}">
  <a:tblStyle styleId="{0CE714FF-4F03-48D2-B630-C8210E4945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954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Open Sans"/>
                <a:ea typeface="Open Sans"/>
                <a:cs typeface="Open Sans"/>
                <a:sym typeface="Open Sans"/>
              </a:rPr>
              <a:t>PERFIL PESSOAL E ACADÊMICO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295525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MINHA JORNADA &amp;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PERSPECTIVAS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257675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Uma visão sobre minha formação em Gestão da Produção Industrial, trajetória profissional e o que me motiva.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0193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Capítulo 01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2514600"/>
            <a:ext cx="11601450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 Curso: Gestão da Produção Industrial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381625" y="4095750"/>
            <a:ext cx="142875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5339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Mapeando conhecimentos e competências técnicas.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28051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curso de GPI oferece uma visão sistêmica da indústria, focando em: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000125" y="3605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PCP: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Planejamento e Controle de Produção.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00125" y="41005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Logística: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Gestão de fluxos e suprimentos.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00125" y="45958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Projetos: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Otimização e melhoria contínua.</a:t>
            </a:r>
            <a:endParaRPr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3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290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2438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Visão do Curso (GPI)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27700" y="1814450"/>
            <a:ext cx="5387950" cy="388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8387"/>
            <a:ext cx="34924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38387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38387"/>
            <a:ext cx="34924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7193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52500" y="3367087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Tomada de Decisão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3833812"/>
            <a:ext cx="273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Capacidade analítica baseada em dados reais do processo produtivo.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650" y="27193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4730650" y="3367087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Liderança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730650" y="3833812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Gestão de equipes focada em comunicação e resultados compartilhados.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8950" y="27193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508950" y="3367087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Visão Sistêmica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08950" y="3833812"/>
            <a:ext cx="273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Compreender como cada etapa impacta o resultado final da cadeia.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Habilidades e Competências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2366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Capítulo 02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295275" y="2862262"/>
            <a:ext cx="116014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Vida Profissional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381625" y="3748087"/>
            <a:ext cx="142875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4186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Experiência prática no coração da indústria metalúrgica.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1085850"/>
            <a:ext cx="50006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MWL e Pan-Metal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1085850"/>
            <a:ext cx="95250" cy="4667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21240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Minha atuação profissional é marcada por passagens em grandes players do setor: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50196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chão de fábrica me ensinou a importância da precisão e do cumprimento de prazos rigorosos.</a:t>
            </a:r>
            <a:endParaRPr/>
          </a:p>
        </p:txBody>
      </p:sp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971550" y="3076575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MWL Brasil: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Foco em fundição de ferro, rodas e eixos ferroviários.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48928" y="3876675"/>
            <a:ext cx="457557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Pan-Metal: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Excelência em usinagem e montagens complexas.</a:t>
            </a:r>
            <a:endParaRPr/>
          </a:p>
        </p:txBody>
      </p:sp>
      <p:pic>
        <p:nvPicPr>
          <p:cNvPr id="153" name="Google Shape;15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575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576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9"/>
          <p:cNvGraphicFramePr/>
          <p:nvPr/>
        </p:nvGraphicFramePr>
        <p:xfrm>
          <a:off x="571500" y="295751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{0CE714FF-4F03-48D2-B630-C8210E4945C7}</a:tableStyleId>
              </a:tblPr>
              <a:tblGrid>
                <a:gridCol w="180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Empresa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Setor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Tecnologias/Processos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MWL Brasil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Ferroviário / Pesado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Fundição, Forjamento de Rodas, Eixos e Rodeiros.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Pan-Metal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Usinagem / Aeroespacial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Alta Precisão, Subconjuntos, Embraer, Óleo e Gás.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1" name="Google Shape;161;p19"/>
          <p:cNvSpPr/>
          <p:nvPr/>
        </p:nvSpPr>
        <p:spPr>
          <a:xfrm>
            <a:off x="571500" y="4133850"/>
            <a:ext cx="1805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2377082" y="4133850"/>
            <a:ext cx="32529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630019" y="4133850"/>
            <a:ext cx="5990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71500" y="4733925"/>
            <a:ext cx="1805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377082" y="4733925"/>
            <a:ext cx="32529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630019" y="4733925"/>
            <a:ext cx="5990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Foco de Atuação Industrial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2366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Capítulo 03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295275" y="2862262"/>
            <a:ext cx="116014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Visão de Futuro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381625" y="3748087"/>
            <a:ext cx="142875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4186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Graduação, crescimento e novos horizontes.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571500" y="28051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futuro reserva a consolidação do conhecimento acadêmico e a busca por novos desafios:</a:t>
            </a:r>
            <a:endParaRPr/>
          </a:p>
        </p:txBody>
      </p:sp>
      <p:pic>
        <p:nvPicPr>
          <p:cNvPr id="185" name="Google Shape;18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1000125" y="3605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Conclusão da Graduação em GPI.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000125" y="41005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Busca por posições de liderança no mercado.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000125" y="45958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Expansão profissional e mobilidade.</a:t>
            </a:r>
            <a:endParaRPr/>
          </a:p>
        </p:txBody>
      </p:sp>
      <p:pic>
        <p:nvPicPr>
          <p:cNvPr id="189" name="Google Shape;18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337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29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6243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Formação e Novas Metas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571500" y="2366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Capítulo 04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295275" y="2862262"/>
            <a:ext cx="116014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Vida e Lazer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5381625" y="3748087"/>
            <a:ext cx="142875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4186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Equilíbrio essencial entre o trabalho e o bem-estar.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381250"/>
            <a:ext cx="33019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4900" y="2381250"/>
            <a:ext cx="33020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3200" y="2381250"/>
            <a:ext cx="33019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666750" y="4905375"/>
            <a:ext cx="346699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Social &amp; Churrasco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4444900" y="4905375"/>
            <a:ext cx="346715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Games &amp; Netflix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8223200" y="4905375"/>
            <a:ext cx="346699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Contato com a Natureza</a:t>
            </a:r>
            <a:endParaRPr/>
          </a:p>
        </p:txBody>
      </p:sp>
      <p:pic>
        <p:nvPicPr>
          <p:cNvPr id="214" name="Google Shape;21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2381250"/>
            <a:ext cx="33019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44900" y="2381250"/>
            <a:ext cx="33020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23200" y="2381250"/>
            <a:ext cx="33019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 que faço nas horas vagas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85962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295275" y="3033712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Obrigado pela Atenção!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571500" y="35004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Vamos conversar sobre processos, indústria ou o futuro do mercado?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43767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Gestão da Produção Industrial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/>
          <p:nvPr/>
        </p:nvSpPr>
        <p:spPr>
          <a:xfrm>
            <a:off x="571500" y="14192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71500" y="220399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71500" y="318685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397162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495448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21944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21944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31773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31773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39621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39621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49449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49449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592782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592782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1666875" y="15621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https://res.cloudinary.com/monday-blogs/w_1999,h_1414,c_fit/fl_lossy,f_auto,q_auto/wp-blog/2021/03/Mind-map-example.jpg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666875" y="18078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monday.com</a:t>
            </a:r>
            <a:endParaRPr/>
          </a:p>
        </p:txBody>
      </p:sp>
      <p:pic>
        <p:nvPicPr>
          <p:cNvPr id="250" name="Google Shape;25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25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66875" y="234687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https://static.vecteezy.com/system/resources/thumbnails/038/582/432/large/view-of-smelting-of-metal-with-ladle-inside-foundry-footage-interior-of-dirty-metallurgical-plant-in-dark-concept-of-heavy-industry-video.jpg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66875" y="27906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www.vecteezy.com</a:t>
            </a:r>
            <a:endParaRPr/>
          </a:p>
        </p:txBody>
      </p:sp>
      <p:pic>
        <p:nvPicPr>
          <p:cNvPr id="253" name="Google Shape;25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362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666875" y="332973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https://static.vecteezy.com/system/resources/thumbnails/079/669/144/small/education-concept-illustration-with-graduation-hat-books-and-diploma-scroll-vector.jpg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666875" y="35754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www.vecteezy.com</a:t>
            </a:r>
            <a:endParaRPr/>
          </a:p>
        </p:txBody>
      </p:sp>
      <p:pic>
        <p:nvPicPr>
          <p:cNvPr id="256" name="Google Shape;25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201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666875" y="411450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https://static.vecteezy.com/system/resources/previews/076/876/920/large_2x/backyard-barbecue-and-man-with-grill-outdoor-for-party-social-gathering-and-bbq-on-weekend-cooking-alcohol-and-portrait-of-person-with-friends-food-and-drinks-for-meal-prep-lunch-and-holiday-photo.jpg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666875" y="45583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www.vecteezy.com</a:t>
            </a:r>
            <a:endParaRPr/>
          </a:p>
        </p:txBody>
      </p:sp>
      <p:pic>
        <p:nvPicPr>
          <p:cNvPr id="259" name="Google Shape;25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2030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509736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https://media.istockphoto.com/id/2159935823/photo/modern-gaming-setup-with-keyboard-mouse-and-monitor-in-a-dimly-lit-room-with-purple-lighting.jpg?s=612x612&amp;w=0&amp;k=20&amp;c=bbeTGcbDOXpvaqryFNjanRKbfF9W8B7fBTWteEctvlg=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66875" y="554116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pic>
        <p:nvPicPr>
          <p:cNvPr id="262" name="Google Shape;26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608677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608022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https://img.freepik.com/premium-photo/idyllic-nature-landscape-with-vivid-springtime-colors-green-trees-lawn-public-park-sunny-day_627281-955.jpg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632593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www.magnific.com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1500" y="1502443"/>
            <a:ext cx="857251" cy="61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Widescreen</PresentationFormat>
  <Paragraphs>67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Open Sans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José Sérgio dos Santos</cp:lastModifiedBy>
  <cp:revision>1</cp:revision>
  <dcterms:modified xsi:type="dcterms:W3CDTF">2026-06-30T22:26:49Z</dcterms:modified>
</cp:coreProperties>
</file>